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1D4ED8">
              <a:alpha val="8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914400"/>
            <a:ext cx="109728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868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MusicPlayer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项目汇报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19385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基于当前仓库代码、文档、构建产物与版本记录整理的阶段性成果汇报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468880"/>
            <a:ext cx="150876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963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+ Node.js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2468880"/>
            <a:ext cx="13716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24963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MVVM + Media3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77640" y="2468880"/>
            <a:ext cx="173736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24963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 / 2026-05-18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29400" y="80467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3992" y="93268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93992" y="130759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源文件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9400" y="1792224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92024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F3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93992" y="229514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API 路由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2779776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290779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9F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22.04 MB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93992" y="328269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APK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3767328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389534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93992" y="427024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根目录文档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416052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汇报口径：项目概述 / 架构设计 / 功能实现 / 关键难点 / 进度与测试 / 成果与规划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669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6152" y="2194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16152" y="53035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定位、范围与当前产出规模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914400"/>
            <a:ext cx="406908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14400"/>
            <a:ext cx="73152" cy="32186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06070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1371600"/>
            <a:ext cx="38130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MusicPlayer 是一款面向移动端的音乐播放器项目，采用“Android 客户端 + Node.js 后端 + MySQL 数据源”的轻量全栈方案，覆盖在线歌曲浏览、播放、歌词、下载、收藏、最近播放与账号能力。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350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范围概览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2578608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客户端采用单 Activity + MVVM，统一管理播放、导航与状态。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后端提供歌曲列表、搜索、详情、播放、版本更新与用户接口。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Room 本地数据库承接离线缓存、本地导入、收藏与最近播放。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92040" y="960120"/>
            <a:ext cx="1645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56632" y="108813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56632" y="146304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Fragment 页面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01968" y="960120"/>
            <a:ext cx="1645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08813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66560" y="146304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Activity 页面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1993392"/>
            <a:ext cx="1645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21214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056632" y="249631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 XML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01968" y="1993392"/>
            <a:ext cx="1645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1214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766560" y="249631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Drawable 资源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026664"/>
            <a:ext cx="1645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31546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056632" y="352958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提交记录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01968" y="3026664"/>
            <a:ext cx="1645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31546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766560" y="352958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当前版本号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4078224"/>
            <a:ext cx="3355848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41696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当前仓库已同时具备 App 端、后端服务、SQL 脚本、部署文档与 Release 产物。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7365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统计口径来自当前仓库文件结构、构建产物与 Git 历史。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32104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669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6152" y="2194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需求背景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16152" y="53035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目标与场景诉求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93268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32688"/>
            <a:ext cx="73152" cy="3383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07899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业务背景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1389888"/>
            <a:ext cx="235000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传统播放器在沉浸式体验、歌词同步、在线与本地一体化能力上存在体验割裂，项目目标是以酷狗概念版风格实现更强的交互与内容承载。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3310128" y="93268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932688"/>
            <a:ext cx="73152" cy="3383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07899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389888"/>
            <a:ext cx="235000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围绕发现页、播放器、个人中心三大主界面，补齐搜索、收藏、最近播放、本地音乐、下载导入、账号登录与版本更新等完整链路。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025896" y="932688"/>
            <a:ext cx="2514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25896" y="932688"/>
            <a:ext cx="73152" cy="3383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07899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体验目标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1389888"/>
            <a:ext cx="225856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通过深色沉浸式 UI、动态封面配色、黑胶动画、歌词联动与前台播放，形成具备持续使用价值的移动端音乐产品原型。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777240" y="39684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目标摘要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418795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发现页：搜索栏、推荐内容、分类入口与频道内容承载。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播放页：沉浸式背景、歌词显示、播控、进度拖拽与循环模式。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我的页：收藏、最近播放、本地音乐、设置、编辑资料等入口。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7365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需求来源于仓库中的 `Music_App_PRD.md` 与当前实现范围。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2104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669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6152" y="2194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整体技术架构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16152" y="53035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端到端数据链路与技术选型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772668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252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Client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12344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MainActivity / Fragments / MainViewModel / Room / PlaybackService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8992" y="1874520"/>
            <a:ext cx="19659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048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界面与状态层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43584" y="23134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/ 播放器 / 我的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LiveData 驱动 UI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84448" y="1874520"/>
            <a:ext cx="19659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2048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播放与能力层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85616" y="23134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Media3 / ExoPlayer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歌词、下载、封面、通知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1874520"/>
            <a:ext cx="19659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048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服务与数据层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2313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API / MySQL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LRCLIB / 静态资源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66544" y="2971800"/>
            <a:ext cx="47091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66544" y="2971800"/>
            <a:ext cx="0" cy="41148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2971800"/>
            <a:ext cx="0" cy="41148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59168" y="2971800"/>
            <a:ext cx="0" cy="41148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32461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统一通过 HTTP / JSON 连接后端，歌曲流媒体播放支持 Range 分段传输。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77240" y="3657600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657600"/>
            <a:ext cx="73152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38039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核心依赖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1832" y="4114800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Media3 1.5.1 / OkHttp 4.12 / Gson 2.11 / Room 2.8.4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3657600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01568" y="3657600"/>
            <a:ext cx="73152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8039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视觉与体验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66160" y="4114800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Coil 2.7 / Palette / Lottie / 深色沉浸式 UI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25896" y="3657600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25896" y="3657600"/>
            <a:ext cx="73152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38039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90488" y="4114800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4.18 / mysql2 / JWT / bcrypt / 静态资源映射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7365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架构说明基于 `MainActivity`、`MainViewModel`、`PlaybackService` 与 `web/server.js`。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2104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669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6152" y="2194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架构设计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16152" y="53035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MVVM、播放服务与本地数据协同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987552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987552"/>
            <a:ext cx="73152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13385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MainActivity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1444752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Activity 宿主，负责导航、MediaController 生命周期、权限处理、歌词定时同步与全局播控联动。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3865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MainViewModel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2697480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统一暴露播放状态、歌曲信息、歌词、用户资料与歌曲列表，后台线程池执行网络与数据库任务。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493008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93008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6393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PlaybackService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3950208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 MediaSessionService，包装 ExoPlayer，处理音频焦点、耳机拔出暂停与系统通知。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0" y="914400"/>
            <a:ext cx="5349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0789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页面与数据协同关系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154680" y="1481328"/>
            <a:ext cx="1417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1481328"/>
            <a:ext cx="73152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627632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9272" y="1938528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/ 播放器 / 我的 / 搜索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481328"/>
            <a:ext cx="1417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481328"/>
            <a:ext cx="7315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627632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1938528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LiveData / 事件分发 / UI 观察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55080" y="1481328"/>
            <a:ext cx="1417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1481328"/>
            <a:ext cx="7315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1627632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19672" y="1938528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播放、歌词、下载、更新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54680" y="2487168"/>
            <a:ext cx="1417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54680" y="2487168"/>
            <a:ext cx="7315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2633472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19272" y="2944368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Room songs / recent_play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2487168"/>
            <a:ext cx="1417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487168"/>
            <a:ext cx="73152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2633472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网络层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19472" y="2944368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OkHttp + Gson + RetryInterceptor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55080" y="2487168"/>
            <a:ext cx="1417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2487168"/>
            <a:ext cx="73152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9672" y="2633472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体验层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19672" y="2944368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Coil + Palette + 动画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00400" y="3566160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Song 实体承载远端歌曲、本地路径、封面、歌词、收藏与本地状态。</a:t>
            </a:r>
            <a:endParaRPr lang="en-US" sz="1040" dirty="0"/>
          </a:p>
          <a:p>
            <a:pPr marL="342900" indent="-342900">
              <a:buSzPct val="100000"/>
              <a:buChar char="•"/>
            </a:pPr>
            <a:r>
              <a:rPr lang="en-US" sz="10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RecentPlay 保留 7 天窗口，便于最近播放回溯与推荐场景。</a:t>
            </a:r>
            <a:endParaRPr lang="en-US" sz="1040" dirty="0"/>
          </a:p>
          <a:p>
            <a:pPr marL="342900" indent="-342900">
              <a:buSzPct val="100000"/>
              <a:buChar char="•"/>
            </a:pPr>
            <a:r>
              <a:rPr lang="en-US" sz="10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下载与导入后的本地文件可回写数据库并参与统一播放列表。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548640" y="47365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端围绕状态中心与播放服务形成清晰的职责边界。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32104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669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6152" y="2194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后端与数据设计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16152" y="53035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API、鉴权与流媒体资源服务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914400"/>
            <a:ext cx="2514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14400"/>
            <a:ext cx="73152" cy="9326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06070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歌曲服务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1371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分页/全量列表、详情、关键字搜索、播放地址下发，支持标题/歌手/专辑联合检索。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21792" y="2029968"/>
            <a:ext cx="2514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029968"/>
            <a:ext cx="73152" cy="9326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17627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用户服务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" y="248716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注册、登录、JWT 鉴权、资料查询/更新、修改密码、注销与头像上传。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21792" y="3145536"/>
            <a:ext cx="2514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145536"/>
            <a:ext cx="73152" cy="9326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29184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系统服务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" y="3602736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版本检查、静态资源映射、统一响应封装、错误处理中间件与 404 处理。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3474720" y="914400"/>
            <a:ext cx="4754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078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后端关键能力矩阵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03320" y="1417320"/>
            <a:ext cx="4069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资源目录通过 `/resource/*` 与 `/musicplayer/*` 双路径映射，兼容旧数据。</a:t>
            </a:r>
            <a:endParaRPr lang="en-US" sz="1070" dirty="0"/>
          </a:p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歌曲播放接口对远端 URL 采用重定向，对本地资源采用文件读取 + Range 206 返回。</a:t>
            </a:r>
            <a:endParaRPr lang="en-US" sz="1070" dirty="0"/>
          </a:p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查询增加分页与参数校验，LIKE 查询支持通配符转义与路径越权防护。</a:t>
            </a:r>
            <a:endParaRPr lang="en-US" sz="1070" dirty="0"/>
          </a:p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通过连接池访问，版本信息与用户信息分别独立表结构维护。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3730752" y="3063240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95344" y="319125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895344" y="3566160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路由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3063240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319125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285232" y="3566160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10528" y="3063240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19125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675120" y="3566160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默认端口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7365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后端承担数据聚合、鉴权、更新检查与音频资源分发。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104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669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6152" y="2194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核心功能模块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16152" y="53035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已在仓库中落地的主要业务能力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987552"/>
            <a:ext cx="24871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987552"/>
            <a:ext cx="73152" cy="1298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13385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发现与分类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1444752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发现页承载内容入口，分类页已独立为二级页面，支持按歌手/专辑分组。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2359152" y="1078992"/>
            <a:ext cx="566928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11064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29000" y="987552"/>
            <a:ext cx="24871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987552"/>
            <a:ext cx="73152" cy="12984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113385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播放与歌词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93592" y="1444752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全屏播放器、SeekBar、循环模式、歌词高亮滚动、点击歌词定位播放。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148072" y="1078992"/>
            <a:ext cx="566928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11064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987552"/>
            <a:ext cx="24871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987552"/>
            <a:ext cx="73152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113385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下载与导入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2512" y="1444752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在线下载到本地目录、去重校验、系统文件选择导入、多文件元数据解析。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936992" y="1078992"/>
            <a:ext cx="56692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36992" y="11064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615184"/>
            <a:ext cx="24871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615184"/>
            <a:ext cx="73152" cy="1298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276148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收藏与最近播放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3072384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收藏状态随本地数据持久化，最近播放按 7 天窗口写入与清理。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2359152" y="2706624"/>
            <a:ext cx="566928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59152" y="27340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29000" y="2615184"/>
            <a:ext cx="24871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0" y="2615184"/>
            <a:ext cx="73152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276148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搜索与用户中心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93592" y="3072384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支持歌曲搜索、登录注册、资料编辑、密码修改、头像上传与设置。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148072" y="2706624"/>
            <a:ext cx="56692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48072" y="27340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2615184"/>
            <a:ext cx="24871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2615184"/>
            <a:ext cx="73152" cy="1298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276148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版本更新与体验增强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82512" y="3072384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版本检查、通知播放、黑胶动画、Palette 动态取色、Lottie 动画。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7936992" y="2706624"/>
            <a:ext cx="566928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36992" y="27340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8368" y="4325112"/>
            <a:ext cx="7754112" cy="237744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4379976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功能闭环已经覆盖“发现 -&gt; 播放 -&gt; 收藏/下载 -&gt; 账号 -&gt; 更新”的完整主流程，可支撑原型展示与阶段性验收。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47365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模块判断标准基于页面文件、业务类与后端接口是否已在仓库中落地。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32104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669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6152" y="2194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关键技术难点与解决方案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16152" y="53035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围绕播放器、歌词、数据与稳定性的重点攻关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3794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914400"/>
            <a:ext cx="73152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06070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1：播放控制与系统能力协同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1371600"/>
            <a:ext cx="35387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Media3 + MediaSessionService 统一播控入口，处理音频焦点、耳机拔出暂停、通知栏控制与后台持续播放。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3794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91440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06070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2：歌词获取、缓存与同步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1371600"/>
            <a:ext cx="35387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LRCLIB 多阶段检索、歌词本地缓存、LRC 解析与二分查找，将当前播放位置精准映射到歌词行。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148840"/>
            <a:ext cx="3794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148840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29514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3：远端歌曲与本地状态合并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606040"/>
            <a:ext cx="35387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ViewModel 先以 Room 兜底，再进行远端全量同步；同步时保护收藏、本地文件与歌词字段，避免覆盖用户状态。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148840"/>
            <a:ext cx="3794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148840"/>
            <a:ext cx="73152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29514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4：稳定性与性能治理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6592" y="2606040"/>
            <a:ext cx="35387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 RetryInterceptor、统一错误处理、连接池复用、数据库索引与图片加载优化，降低失败率与资源消耗。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" y="3584448"/>
            <a:ext cx="13533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124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50-80%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4400" y="40873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数据库查询优化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58568" y="3584448"/>
            <a:ext cx="13533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37124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30-40%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423160" y="40873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网络请求优化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67328" y="3584448"/>
            <a:ext cx="13533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7124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20-30%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931920" y="40873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内存占用优化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76088" y="3584448"/>
            <a:ext cx="13533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37124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5x+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440680" y="40873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歌词缓存提升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84848" y="3584448"/>
            <a:ext cx="13533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37124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15-20%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949440" y="40873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图片加载优化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7365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性能数据引用项目优化报告，难点描述基于关键实现逻辑归纳。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32104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669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6152" y="2194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项目里程碑与开发进度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16152" y="53035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从基础能力拉通到 v2.0 交付的阶段演进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2212848"/>
            <a:ext cx="7132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07568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148840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4231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05-08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6426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基础资源链路打通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0" y="207568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33472" y="2148840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24231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05-09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26426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优化阶段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安全/性能治理完成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06240" y="207568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9392" y="2148840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5072" y="24231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05-13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4760" y="26426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v1.8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核心能力扩展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52160" y="207568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25312" y="2148840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24231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05-16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26426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文档与版本收敛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498080" y="207568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71232" y="2148840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24231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05-18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26426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APK 与汇报稿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896112"/>
            <a:ext cx="2331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896112"/>
            <a:ext cx="73152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104241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里程碑结论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0392" y="13533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记录已形成 v1.2 -&gt; v1.8 -&gt; v2.0 的版本迭代路径，当前仓库存在 Release 安装包与多份交付文档。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3383280" y="896112"/>
            <a:ext cx="2331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896112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104241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开发进度判断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47872" y="13533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主业务能力基本闭环，项目已具备阶段性汇报、演示与内部验收条件。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080760" y="896112"/>
            <a:ext cx="2331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896112"/>
            <a:ext cx="73152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104241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待完善方向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45352" y="13533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自动化测试、密钥与配置治理、Room 无损迁移、后端依赖声明完整性仍需继续加强。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822960" y="3767328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版本记录：2026-05-08、2026-05-13、2026-05-16、2026-05-18 均有关键提交节点。</a:t>
            </a:r>
            <a:endParaRPr lang="en-US" sz="1060" dirty="0"/>
          </a:p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优化报告记录两阶段共 15 项优化，涵盖安全、性能、稳定性与代码质量。</a:t>
            </a:r>
            <a:endParaRPr lang="en-US" sz="1060" dirty="0"/>
          </a:p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当前发布产物：`app/release/app-release.apk`，文件大小 22.04 MB。</a:t>
            </a:r>
            <a:endParaRPr lang="en-US" sz="1060" dirty="0"/>
          </a:p>
        </p:txBody>
      </p:sp>
      <p:sp>
        <p:nvSpPr>
          <p:cNvPr id="41" name="Text 39"/>
          <p:cNvSpPr/>
          <p:nvPr/>
        </p:nvSpPr>
        <p:spPr>
          <a:xfrm>
            <a:off x="548640" y="47365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里程碑基于 Git 提交时间、优化报告与 APK 产物时间戳整理。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32104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669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6152" y="2194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测试结果与性能指标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16152" y="53035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真实校验结果 + 已记录优化收益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932688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73152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07899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构建与校验现状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1389888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已存在 Release APK 产物；执行 `testDebugUnitTest` 时共运行 4 项单测，其中 3 项失败，失败点集中在 Robolectric 依赖解析环境。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21792" y="224028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24028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38658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" y="2697480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功能实现层面已具备演示条件，但自动化测试覆盖与环境稳定性仍需提升，适合作为下一阶段重点治理项。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21792" y="3547872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547872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69417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已记录指标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" y="400507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数据库查询 50%-80%，网络请求 30%-40%，内存使用 20%-30%，歌词缓存 5 倍以上，图片加载 15%-20%。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3822192" y="987552"/>
            <a:ext cx="1325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86784" y="1115568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986784" y="1490472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已执行单测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85232" y="987552"/>
            <a:ext cx="1325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1115568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49824" y="1490472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失败用例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48272" y="987552"/>
            <a:ext cx="1325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1115568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22.04 MB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12864" y="1490472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APK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22192" y="1965960"/>
            <a:ext cx="1325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6784" y="209397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50-80%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986784" y="2468880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查询优化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85232" y="1965960"/>
            <a:ext cx="1325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9824" y="209397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30-40%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449824" y="2468880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网络优化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48272" y="1965960"/>
            <a:ext cx="1325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12864" y="209397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5x+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912864" y="2468880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缓存提升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22192" y="3182112"/>
            <a:ext cx="43891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41648" y="33375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当前验证口径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041648" y="36118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构建产物：Release APK 已生成，更新时间 2026-05-18 13:50。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测试执行：4 项单测已触发，3 项受依赖解析问题失败。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风险提示：项目仍以功能验证为主，需补充更稳定的本地与 CI 测试流程。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548640" y="47365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本页区分“已执行测试结果”和“优化报告中的性能提升”两类数据口径。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2104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669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6152" y="2194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团队分工与成本投入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16152" y="53035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按当前仓库产出倒推的职责分工与投入结构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932688"/>
            <a:ext cx="36118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789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角色分工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389888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产品/设计：定义需求边界、页面风格、交互路径与汇报结构。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开发：负责 MVVM、播放链路、页面实现、歌词、下载与更新能力。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后端开发：负责歌曲接口、用户接口、鉴权、流媒体与静态资源服务。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测试/运维：负责构建、部署、回归验证、问题跟踪与版本发布支持。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32688"/>
            <a:ext cx="3657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07899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成本投入分析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91456" y="13350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仓库未记录实际预算与人天，本页采用结构化口径，便于汇报时替换真实数据。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773168" y="1755648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1755648"/>
            <a:ext cx="73152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901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研发人力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212848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优先级：高，覆盖客户端、服务端、联调与优化修复。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773168" y="2596896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2596896"/>
            <a:ext cx="73152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基础设施与发布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54096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优先级：中，集中在数据库、服务部署、存储与交付流程。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773168" y="3438144"/>
            <a:ext cx="3090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3438144"/>
            <a:ext cx="7315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5844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软件授权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895344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优先级：低，当前以开源技术栈为主，授权成本相对可控。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548640" y="47365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如需对外正式汇报，可将角色名称替换为真实成员姓名与实际预算数据。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2104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669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6152" y="2194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业务价值与成果总结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16152" y="53035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从功能闭环、工程资产到阶段性价值体现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950976"/>
            <a:ext cx="2514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50976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09728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成果产出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1408176"/>
            <a:ext cx="2258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客户端、Node.js 后端、MySQL 脚本、Release APK、部署文档、优化报告与产品 PRD 已形成完整交付包。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1792" y="2340864"/>
            <a:ext cx="2514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340864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87168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" y="2798064"/>
            <a:ext cx="2258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项目具备在线 + 本地音乐一体化能力，能支撑展示型产品原型、课堂/答辩汇报或内部验证场景。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" y="3730752"/>
            <a:ext cx="2514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730752"/>
            <a:ext cx="7315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877056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" y="4187952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MVVM、Room、统一响应、重试拦截与索引优化，为后续迭代打下可维护基础。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960120"/>
            <a:ext cx="1280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5032" y="108813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85032" y="146304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56048" y="960120"/>
            <a:ext cx="1280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08813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120640" y="146304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优化项记录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91656" y="960120"/>
            <a:ext cx="1280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108813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10+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556248" y="146304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核心业务能力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93008" y="1965960"/>
            <a:ext cx="41605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93008" y="1965960"/>
            <a:ext cx="73152" cy="2514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21122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2423160"/>
            <a:ext cx="390448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当前项目已完成音乐播放器的核心业务闭环建设，并通过版本迭代、优化治理与产物输出，达到了“可演示、可汇报、可持续演进”的阶段目标。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从展示效果看，项目具有沉浸式播放器、歌词联动、下载导入、账号体系与版本更新等亮点；从工程角度看，项目已经具备继续向稳定性、规范化与商业化方向扩展的基础。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548640" y="47365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成果总结综合了代码实现、文档资产与发布物三类证据。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2104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669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6152" y="21945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后续迭代计划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16152" y="53035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围绕稳定性、安全性与产品深度的下一阶段方向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987552"/>
            <a:ext cx="24688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987552"/>
            <a:ext cx="73152" cy="3246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1338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近期迭代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1444752"/>
            <a:ext cx="2212848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修复 Robolectric 测试环境问题，补充单元测试与关键流程回归测试。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将 JWT 密钥、数据库凭据与环境差异配置迁移到安全配置文件。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修复 Room destructive migration 风险，补齐无损迁移策略。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987552"/>
            <a:ext cx="24688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987552"/>
            <a:ext cx="73152" cy="3246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1338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中期迭代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1444752"/>
            <a:ext cx="2212848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引入 Repository / DI（Hilt）等分层方案，降低 Activity 负担。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强化离线能力、同步机制与缓存命中策略。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完善 CI 构建、日志监控、异常告警与性能观测。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987552"/>
            <a:ext cx="24688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987552"/>
            <a:ext cx="73152" cy="3246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1338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产品深化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36208" y="1444752"/>
            <a:ext cx="2212848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扩展推荐、电台、播放列表与个性化内容。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强化用户画像、偏好设置与内容运营能力。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优化视觉系统与组件规范，提升整体交互一致性。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4407408"/>
            <a:ext cx="7882128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471416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规划原则：优先补齐测试与安全治理，再推进架构升级与业务增长能力，确保项目从“可展示”走向“可持续”。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7365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迭代方向同时吸收了仓库中已有风险项、优化报告建议与当前测试结论。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2104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MusicPlayer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MusicPlayer 项目汇报</dc:title>
  <dc:subject>MusicPlayer 项目汇报</dc:subject>
  <dc:creator>SOLO Code Assistant</dc:creator>
  <cp:lastModifiedBy>SOLO Code Assistant</cp:lastModifiedBy>
  <cp:revision>1</cp:revision>
  <dcterms:created xsi:type="dcterms:W3CDTF">2026-05-18T13:15:11Z</dcterms:created>
  <dcterms:modified xsi:type="dcterms:W3CDTF">2026-05-18T13:15:11Z</dcterms:modified>
</cp:coreProperties>
</file>